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9FD9E-8A92-43EA-B064-C8E400616848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9CDD6A7-B792-4B09-80DA-632FBB5A807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1054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9FD9E-8A92-43EA-B064-C8E400616848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D6A7-B792-4B09-80DA-632FBB5A8074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782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9FD9E-8A92-43EA-B064-C8E400616848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D6A7-B792-4B09-80DA-632FBB5A807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213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9FD9E-8A92-43EA-B064-C8E400616848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D6A7-B792-4B09-80DA-632FBB5A8074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200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9FD9E-8A92-43EA-B064-C8E400616848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D6A7-B792-4B09-80DA-632FBB5A8074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14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9FD9E-8A92-43EA-B064-C8E400616848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D6A7-B792-4B09-80DA-632FBB5A8074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758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9FD9E-8A92-43EA-B064-C8E400616848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D6A7-B792-4B09-80DA-632FBB5A80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332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9FD9E-8A92-43EA-B064-C8E400616848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D6A7-B792-4B09-80DA-632FBB5A8074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156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E89FD9E-8A92-43EA-B064-C8E400616848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D6A7-B792-4B09-80DA-632FBB5A8074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787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9FD9E-8A92-43EA-B064-C8E400616848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D6A7-B792-4B09-80DA-632FBB5A8074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3602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9FD9E-8A92-43EA-B064-C8E400616848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D6A7-B792-4B09-80DA-632FBB5A807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458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9FD9E-8A92-43EA-B064-C8E400616848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9CDD6A7-B792-4B09-80DA-632FBB5A807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422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cikit-learn/scikit-learn/blob/fe2edb3cd/sklearn/ensemble/_gb.py#L1134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cikit-learn/scikit-learn/blob/fe2edb3cd/sklearn/ensemble/_gb.py#L1746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D66F6-59E9-7B72-6D96-4A4B310DE0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5400" dirty="0">
                <a:solidFill>
                  <a:srgbClr val="FF0000"/>
                </a:solidFill>
              </a:rPr>
              <a:t>BOOSTING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AC9C39-352E-44BE-A5D1-F83DA947C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2074068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7030A0"/>
                </a:solidFill>
              </a:rPr>
              <a:t>ADA BOOST</a:t>
            </a:r>
          </a:p>
          <a:p>
            <a:r>
              <a:rPr lang="en-IN" sz="2800" dirty="0">
                <a:solidFill>
                  <a:srgbClr val="7030A0"/>
                </a:solidFill>
              </a:rPr>
              <a:t>XG </a:t>
            </a:r>
            <a:r>
              <a:rPr lang="en-IN" sz="2800" dirty="0" err="1">
                <a:solidFill>
                  <a:srgbClr val="7030A0"/>
                </a:solidFill>
              </a:rPr>
              <a:t>BOosTING</a:t>
            </a:r>
            <a:endParaRPr lang="en-IN" sz="2800" dirty="0">
              <a:solidFill>
                <a:srgbClr val="7030A0"/>
              </a:solidFill>
            </a:endParaRPr>
          </a:p>
          <a:p>
            <a:r>
              <a:rPr lang="en-IN" sz="2800" dirty="0" err="1">
                <a:solidFill>
                  <a:srgbClr val="7030A0"/>
                </a:solidFill>
              </a:rPr>
              <a:t>Lg</a:t>
            </a:r>
            <a:r>
              <a:rPr lang="en-IN" sz="2800" dirty="0">
                <a:solidFill>
                  <a:srgbClr val="7030A0"/>
                </a:solidFill>
              </a:rPr>
              <a:t> boosting</a:t>
            </a:r>
          </a:p>
        </p:txBody>
      </p:sp>
    </p:spTree>
    <p:extLst>
      <p:ext uri="{BB962C8B-B14F-4D97-AF65-F5344CB8AC3E}">
        <p14:creationId xmlns:p14="http://schemas.microsoft.com/office/powerpoint/2010/main" val="3677620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44340-AB05-48C6-9B33-D670847C8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IN" dirty="0"/>
              <a:t>ADA BOOST</a:t>
            </a:r>
          </a:p>
        </p:txBody>
      </p:sp>
      <p:sp>
        <p:nvSpPr>
          <p:cNvPr id="1030" name="Content Placeholder 1029">
            <a:extLst>
              <a:ext uri="{FF2B5EF4-FFF2-40B4-BE49-F238E27FC236}">
                <a16:creationId xmlns:a16="http://schemas.microsoft.com/office/drawing/2014/main" id="{98288B24-3E25-99DA-EE1E-12FDCE9A8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451" y="2098030"/>
            <a:ext cx="4162555" cy="3450613"/>
          </a:xfrm>
        </p:spPr>
        <p:txBody>
          <a:bodyPr>
            <a:normAutofit/>
          </a:bodyPr>
          <a:lstStyle/>
          <a:p>
            <a:r>
              <a:rPr lang="en-US" b="1" dirty="0"/>
              <a:t>AdaBoost</a:t>
            </a:r>
            <a:r>
              <a:rPr lang="en-US" dirty="0"/>
              <a:t> (short for </a:t>
            </a:r>
            <a:r>
              <a:rPr lang="en-US" b="1" dirty="0"/>
              <a:t>Adaptive Boosting</a:t>
            </a:r>
            <a:r>
              <a:rPr lang="en-US" dirty="0"/>
              <a:t>) is an ensemble machine learning algorithm that combines multiple "weak" learners to create a single "strong" classifier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 descr="Extending Machine Learning Algorithms – AdaBoost Classifier | packtpub.com">
            <a:extLst>
              <a:ext uri="{FF2B5EF4-FFF2-40B4-BE49-F238E27FC236}">
                <a16:creationId xmlns:a16="http://schemas.microsoft.com/office/drawing/2014/main" id="{4180E1CE-34FB-8F08-5B98-BFCF112F8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4411" y="2345916"/>
            <a:ext cx="4960443" cy="2790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4FB6CE0-E3E0-A6C8-C416-1DCA025A8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128" y="5363977"/>
            <a:ext cx="10232136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class 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sklearn.ensemble.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rgbClr val="912583"/>
                </a:solidFill>
                <a:effectLst/>
                <a:latin typeface="SFMono-Regular"/>
              </a:rPr>
              <a:t>AdaBoostClassifier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estimator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None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*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n_estimators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50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learning_rate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1.0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random_state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None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947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F0246-4D85-628B-C3B6-555F443A6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BFD60-ABCC-EBE7-20F7-D1795C1DB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IN" dirty="0"/>
              <a:t>XG BOOSTING ALGORITHM</a:t>
            </a:r>
          </a:p>
        </p:txBody>
      </p:sp>
      <p:sp>
        <p:nvSpPr>
          <p:cNvPr id="1030" name="Content Placeholder 1029">
            <a:extLst>
              <a:ext uri="{FF2B5EF4-FFF2-40B4-BE49-F238E27FC236}">
                <a16:creationId xmlns:a16="http://schemas.microsoft.com/office/drawing/2014/main" id="{D20338C5-7B72-87B9-50B8-BEA90FB59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451" y="2098030"/>
            <a:ext cx="4162555" cy="3450613"/>
          </a:xfrm>
        </p:spPr>
        <p:txBody>
          <a:bodyPr>
            <a:normAutofit/>
          </a:bodyPr>
          <a:lstStyle/>
          <a:p>
            <a:r>
              <a:rPr lang="en-US" dirty="0"/>
              <a:t>The </a:t>
            </a:r>
            <a:r>
              <a:rPr lang="en-US" b="1" dirty="0" err="1"/>
              <a:t>XGBoost</a:t>
            </a:r>
            <a:r>
              <a:rPr lang="en-US" b="1" dirty="0"/>
              <a:t> (</a:t>
            </a:r>
            <a:r>
              <a:rPr lang="en-US" b="1" dirty="0" err="1"/>
              <a:t>eXtreme</a:t>
            </a:r>
            <a:r>
              <a:rPr lang="en-US" b="1" dirty="0"/>
              <a:t> Gradient Boosting)</a:t>
            </a:r>
            <a:r>
              <a:rPr lang="en-US" dirty="0"/>
              <a:t> algorithm is an optimized, scalable implementation of gradient-boosted decision trees designed for high performance and speed</a:t>
            </a:r>
          </a:p>
          <a:p>
            <a:endParaRPr lang="en-US" dirty="0"/>
          </a:p>
        </p:txBody>
      </p:sp>
      <p:pic>
        <p:nvPicPr>
          <p:cNvPr id="2050" name="Picture 2" descr="XGBoost Algorithm Explained in Less Than 5 Minutes | by Nilesh Verma |  Medium">
            <a:extLst>
              <a:ext uri="{FF2B5EF4-FFF2-40B4-BE49-F238E27FC236}">
                <a16:creationId xmlns:a16="http://schemas.microsoft.com/office/drawing/2014/main" id="{990A98AF-4C6E-A7B6-B7BB-0455ECE16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9737" y="2078349"/>
            <a:ext cx="4591812" cy="2920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6E13CC64-5AB5-722B-A0A4-BA003835A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52" y="5255164"/>
            <a:ext cx="11573256" cy="15257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7457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class 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sklearn.ensemble.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rgbClr val="912583"/>
                </a:solidFill>
                <a:effectLst/>
                <a:latin typeface="SFMono-Regular"/>
              </a:rPr>
              <a:t>GradientBoostingClassifier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(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*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'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log_loss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'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learning_rate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0.1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n_estimators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100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subsample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1.0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criterion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'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friedman_mse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'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min_samples_split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2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min_samples_leaf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1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min_weight_fraction_leaf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0.0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max_depth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3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min_impurity_decrease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0.0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None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random_state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None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max_features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None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verbose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0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max_leaf_nodes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None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warm_start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False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validation_fraction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0.1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n_iter_no_change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None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0.0001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ccp_alpha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0.0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)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7D91"/>
                </a:solidFill>
                <a:effectLst/>
                <a:latin typeface="SFMono-Regular"/>
                <a:hlinkClick r:id="rId3"/>
              </a:rPr>
              <a:t>[source]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rgbClr val="222832"/>
              </a:solidFill>
              <a:effectLst/>
              <a:latin typeface="SFMono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364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8034C-6872-81FE-087B-D71F8C2B4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77736-CB51-E240-C07C-D8D794792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IN" dirty="0"/>
              <a:t>LG BOOSTING </a:t>
            </a:r>
            <a:r>
              <a:rPr lang="en-IN" dirty="0" err="1"/>
              <a:t>AlGORITHM</a:t>
            </a:r>
            <a:endParaRPr lang="en-IN" dirty="0"/>
          </a:p>
        </p:txBody>
      </p:sp>
      <p:sp>
        <p:nvSpPr>
          <p:cNvPr id="1030" name="Content Placeholder 1029">
            <a:extLst>
              <a:ext uri="{FF2B5EF4-FFF2-40B4-BE49-F238E27FC236}">
                <a16:creationId xmlns:a16="http://schemas.microsoft.com/office/drawing/2014/main" id="{550694AD-2A06-387A-41F8-FBAC3055A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451" y="2098030"/>
            <a:ext cx="4162555" cy="3450613"/>
          </a:xfrm>
        </p:spPr>
        <p:txBody>
          <a:bodyPr>
            <a:normAutofit/>
          </a:bodyPr>
          <a:lstStyle/>
          <a:p>
            <a:r>
              <a:rPr lang="en-US" dirty="0"/>
              <a:t>The </a:t>
            </a:r>
            <a:r>
              <a:rPr lang="en-US" b="1" dirty="0" err="1"/>
              <a:t>LGBoost</a:t>
            </a:r>
            <a:r>
              <a:rPr lang="en-US" b="1" dirty="0"/>
              <a:t> </a:t>
            </a:r>
            <a:r>
              <a:rPr lang="en-US" dirty="0"/>
              <a:t>boosting algorithms are ensemble methods that combine several weak learners—typically small decision trees—to create a strong predictive model</a:t>
            </a:r>
          </a:p>
        </p:txBody>
      </p:sp>
      <p:pic>
        <p:nvPicPr>
          <p:cNvPr id="3076" name="Picture 4" descr="Light Gradient Boosting Machine - an overview | ScienceDirect Topics">
            <a:extLst>
              <a:ext uri="{FF2B5EF4-FFF2-40B4-BE49-F238E27FC236}">
                <a16:creationId xmlns:a16="http://schemas.microsoft.com/office/drawing/2014/main" id="{74F5E8B9-F551-5611-25D9-7AD946637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08549"/>
            <a:ext cx="4443514" cy="2640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FB0E5166-031B-D35E-C4BA-340308ED2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04246"/>
            <a:ext cx="12104596" cy="15257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7457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class 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sklearn.ensemble.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rgbClr val="912583"/>
                </a:solidFill>
                <a:effectLst/>
                <a:latin typeface="SFMono-Regular"/>
              </a:rPr>
              <a:t>GradientBoostingRegressor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(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*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'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squared_error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'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learning_rate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0.1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n_estimators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100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subsample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1.0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criterion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'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friedman_mse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'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min_samples_split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2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min_samples_leaf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1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min_weight_fraction_leaf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0.0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max_depth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3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min_impurity_decrease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0.0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None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random_state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None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max_features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None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alpha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0.9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verbose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0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max_leaf_nodes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None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warm_start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False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validation_fraction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0.1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n_iter_no_change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None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0.0001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ccp_alpha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48566B"/>
                </a:solidFill>
                <a:effectLst/>
                <a:latin typeface="SFMono-Regular"/>
              </a:rPr>
              <a:t>0.0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22832"/>
                </a:solidFill>
                <a:effectLst/>
                <a:latin typeface="SFMono-Regular"/>
              </a:rPr>
              <a:t>)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7D91"/>
                </a:solidFill>
                <a:effectLst/>
                <a:latin typeface="SFMono-Regular"/>
                <a:hlinkClick r:id="rId3"/>
              </a:rPr>
              <a:t>[source]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rgbClr val="222832"/>
              </a:solidFill>
              <a:effectLst/>
              <a:latin typeface="SFMono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94984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225</TotalTime>
  <Words>403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Gill Sans MT</vt:lpstr>
      <vt:lpstr>SFMono-Regular</vt:lpstr>
      <vt:lpstr>Gallery</vt:lpstr>
      <vt:lpstr>BOOSTING ALGORITHM</vt:lpstr>
      <vt:lpstr>ADA BOOST</vt:lpstr>
      <vt:lpstr>XG BOOSTING ALGORITHM</vt:lpstr>
      <vt:lpstr>LG BOOSTING AlGORITHM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Palaniyappan, Shridivya (Cognizant)</dc:creator>
  <cp:lastModifiedBy>Palaniyappan, Shridivya (Cognizant)</cp:lastModifiedBy>
  <cp:revision>1</cp:revision>
  <dcterms:created xsi:type="dcterms:W3CDTF">2026-05-10T14:15:53Z</dcterms:created>
  <dcterms:modified xsi:type="dcterms:W3CDTF">2026-05-10T18:01:45Z</dcterms:modified>
</cp:coreProperties>
</file>